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viewProps" Target="viewProps.xml" /><Relationship Id="rId9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notesMaster" Target="notesMasters/notesMaster1.xml" /><Relationship Id="rId8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sldImg"/>
          </p:nvPr>
        </p:nvSpPr>
        <p:spPr/>
        <p:txBody>
          <a:bodyPr/>
          <a:p/>
        </p:txBody>
      </p:sp>
      <p:sp>
        <p:nvSpPr>
          <p:cNvPr id="3" name=""/>
          <p:cNvSpPr/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我这套系统一共只有四个 Python 文件，数据流向是单向的：PDF 先被 loader 读出来切成段，再交给 vectorstore 变成向量存进 Chroma；提问的时候先在库里检索，最后才轮到 qa 去调 DeepSeek。</a:t>
            </a:r>
            <a:endParaRPr lang="zh-CN"/>
          </a:p>
          <a:p>
            <a:pPr/>
            <a:r>
              <a:rPr lang="zh-CN"/>
              <a:t>为什么要强调单向？因为每一层的输出格式都是固定的字典，所以我换掉其中任何一层，另外三个文件都不用动——比如把 DeepSeek 换成本地模型，只改 qa.py 一个文件就够了。</a:t>
            </a:r>
            <a:endParaRPr lang="zh-CN"/>
          </a:p>
          <a:p>
            <a:pPr/>
            <a:r>
              <a:rPr lang="zh-CN"/>
              <a:t>配图：占位框建议放这张截图——docs/screenshots/architecture.png，即系统架构与数据流图（可直接导出《代码讲解文档》5.3 节的流程图，或自己画一张五步流向图贴进来）。</a:t>
            </a: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>
            <p:ph type="sldImg"/>
          </p:nvPr>
        </p:nvSpPr>
        <p:spPr/>
        <p:txBody>
          <a:bodyPr/>
          <a:p/>
        </p:txBody>
      </p:sp>
      <p:sp>
        <p:nvSpPr>
          <p:cNvPr id="6" name=""/>
          <p:cNvSpPr/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这一页的功能我不是堆出来的，每一条都对应一个具体的技术选择。流式输出用的是生成器和 st.write_stream，模型吐一个字我就显示一个字。</a:t>
            </a:r>
            <a:endParaRPr lang="zh-CN"/>
          </a:p>
          <a:p>
            <a:pPr/>
            <a:r>
              <a:rPr lang="zh-CN"/>
              <a:t>引用溯源是这套系统最值钱的部分：回答下面折叠着命中的原文片段、页码和相似度百分比，老师同学可以逐条核对，而不是只看模型"说得像不像"。</a:t>
            </a:r>
            <a:endParaRPr lang="zh-CN"/>
          </a:p>
          <a:p>
            <a:pPr/>
            <a:r>
              <a:rPr lang="zh-CN"/>
              <a:t>会话管理没用数据库，就是本地几个 JSON 文件；多文档上传之后会自动生成摘要和三个推荐问题，点一下就能直接提问。</a:t>
            </a:r>
            <a:endParaRPr lang="zh-CN"/>
          </a:p>
          <a:p>
            <a:pPr/>
            <a:r>
              <a:rPr lang="zh-CN"/>
              <a:t>配图：右侧占位框建议放这张截图——docs/screenshots/chat_stream.png，即聊天界面截图（要能同时看到流式回答和下方"命中原文片段与相似度"折叠区；也可再补一张 docs/screenshots/sources.png）。</a:t>
            </a:r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&#10;    width: '1280px',&#10;    height: '720px',&#10;    padding: '60px',&#10;    background: '#FFFFFF',&#10;    fontFamily: 'Microsoft YaHei, Arial',&#10;    flexDirection: 'row',&#10;    alignItems: 'stretch',&#10;    gap: 40,&#10;}}&gt;&#10;    &lt;Box style={{ width: '8px', background: '#2563EB', borderRadius: '4px' }} /&gt;&#10;&#10;    &lt;Box style={{ flex: 1, justifyContent: 'space-between' }}&gt;&#10;        &lt;Box&gt;&#10;            &lt;Text style={{ fontSize: 16, color: '#2563EB', letterSpacing: 2 }}&gt;课程项目汇报 · RAG 应用实践&lt;/Text&gt;&#10;            &lt;Box style={{ height: '32px' }} /&gt;&#10;            &lt;Text style={{ fontSize: 60, fontWeight: 'bold', color: '#1E293B', lineHeight: 1.2 }}&gt;&#10;                基于 RAG 的&lt;br /&gt;PDF 智能问答系统&#10;            &lt;/Text&gt;&#10;            &lt;Box style={{ height: '28px' }} /&gt;&#10;            &lt;Text style={{ fontSize: 24, color: '#475569', lineHeight: 1.4 }}&gt;&#10;                上传文档 → 检索片段 → 依据原文生成回答&#10;            &lt;/Text&gt;&#10;        &lt;/Box&gt;&#10;&#10;        &lt;Box&gt;&#10;            &lt;Box style={{ height: '1px', background: '#E5E7EB' }} /&gt;&#10;            &lt;Box style={{ height: '20px' }} /&gt;&#10;            &lt;Box style={{ flexDirection: 'row', gap: 48 }}&gt;&#10;                &lt;Text style={{ fontSize: 16, color: '#64748B' }}&gt;汇报人：【姓名占位符】&lt;/Text&gt;&#10;                &lt;Text style={{ fontSize: 16, color: '#64748B' }}&gt;日期：【填写日期】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571500" y="571500"/>
            <a:ext cx="76200" cy="5715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028700" y="571500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563EB"/>
                </a:solidFill>
                <a:latin typeface="Microsoft YaHei"/>
                <a:ea typeface="Microsoft YaHei"/>
              </a:rPr>
              <a:t>课程项目汇报</a:t>
            </a:r>
            <a:r>
              <a:rPr lang="en-US" sz="1200" spc="150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RAG </a:t>
            </a:r>
            <a:r>
              <a:rPr lang="zh-CN" sz="1200" spc="150">
                <a:solidFill>
                  <a:srgbClr val="2563EB"/>
                </a:solidFill>
                <a:latin typeface="Microsoft YaHei"/>
                <a:ea typeface="Microsoft YaHei"/>
              </a:rPr>
              <a:t>应用实践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028700" y="1066800"/>
            <a:ext cx="10591800" cy="1647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1E293B"/>
                </a:solidFill>
                <a:latin typeface="Microsoft YaHei"/>
                <a:ea typeface="Microsoft YaHei"/>
              </a:rPr>
              <a:t>基于</a:t>
            </a:r>
            <a:r>
              <a:rPr lang="en-US" sz="4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4500" b="1">
                <a:solidFill>
                  <a:srgbClr val="1E293B"/>
                </a:solidFill>
                <a:latin typeface="Microsoft YaHei"/>
                <a:ea typeface="Microsoft YaHei"/>
              </a:rPr>
              <a:t>的</a:t>
            </a:r>
            <a:endParaRPr/>
          </a:p>
          <a:p>
            <a:pPr>
              <a:lnSpc>
                <a:spcPct val="120000"/>
              </a:lnSpc>
            </a:pPr>
            <a:r>
              <a:rPr lang="en-US" sz="4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PDF </a:t>
            </a:r>
            <a:r>
              <a:rPr lang="zh-CN" sz="4500" b="1">
                <a:solidFill>
                  <a:srgbClr val="1E293B"/>
                </a:solidFill>
                <a:latin typeface="Microsoft YaHei"/>
                <a:ea typeface="Microsoft YaHei"/>
              </a:rPr>
              <a:t>智能问答系统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028700" y="2981325"/>
            <a:ext cx="105918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上传文档</a:t>
            </a:r>
            <a:r>
              <a:rPr lang="en-US" sz="180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检索片段</a:t>
            </a:r>
            <a:r>
              <a:rPr lang="en-US" sz="180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依据原文生成回答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1028700" y="5895975"/>
            <a:ext cx="105918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28700" y="60960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汇报人：【姓名占位符】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162300" y="60960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日期：【填写日期】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0" name="" descr="&lt;Slide style={{&#10;    width: '1280px',&#10;    height: '720px',&#10;    padding: '60px',&#10;    background: '#FFFFFF',&#10;    fontFamily: 'Microsoft YaHei, Arial',&#10;    flexDirection: 'column',&#10;}}&gt;&#10;    &lt;Text style={{ fontSize: 36, fontWeight: 'bold', color: '#1E293B', lineHeight: 1.2 }}&gt;&#10;        大模型为什么需要 RAG&#10;    &lt;/Text&gt;&#10;    &lt;Box style={{ height: '1px', background: '#E5E7EB', marginTop: '18px' }} /&gt;&#10;    &lt;Box style={{ height: '28px' }} /&gt;&#10;&#10;    &lt;Box style={{ flexDirection: 'row', flex: 1, gap: 32 }}&gt;&#10;        &lt;Box style={{&#10;            flex: 1.25,&#10;            background: '#F8FAFC',&#10;            border: '1px solid #E5E7EB',&#10;            borderRadius: '12px',&#10;            padding: '32px',&#10;            justifyContent: 'space-between',&#10;        }}&gt;&#10;            &lt;Box&gt;&#10;                &lt;Text style={{ fontSize: 26, fontWeight: 'bold', color: '#1E293B' }}&gt;只靠大模型：两个短板&lt;/Text&gt;&#10;                &lt;Box style={{ height: '28px' }} /&gt;&#10;&#10;                &lt;Box style={{ flexDirection: 'row', gap: '16px' }}&gt;&#10;                    &lt;Box style={{ width: '32px', height: '32px', background: '#2563EB', borderRadius: '8px', alignItems: 'center', justifyContent: 'center' }}&gt;&#10;                        &lt;Text style={{ fontSize: 18, fontWeight: 'bold', color: '#FFFFFF' }}&gt;1&lt;/Text&gt;&#10;                    &lt;/Box&gt;&#10;                    &lt;Box style={{ flex: 1 }}&gt;&#10;                        &lt;Text style={{ fontSize: 20, fontWeight: 'bold', color: '#1E293B' }}&gt;不知道你的私有文档&lt;/Text&gt;&#10;                        &lt;Text style={{ fontSize: 18, color: '#475569', lineHeight: 1.5 }}&gt;&#10;                            模型的知识来自训练语料，你的 PDF、讲义、实验报告它从未见过，问了只能靠猜。&#10;                        &lt;/Text&gt;&#10;                    &lt;/Box&gt;&#10;                &lt;/Box&gt;&#10;&#10;                &lt;Box style={{ height: '28px' }} /&gt;&#10;&#10;                &lt;Box style={{ flexDirection: 'row', gap: '16px' }}&gt;&#10;                    &lt;Box style={{ width: '32px', height: '32px', background: '#2563EB', borderRadius: '8px', alignItems: 'center', justifyContent: 'center' }}&gt;&#10;                        &lt;Text style={{ fontSize: 18, fontWeight: 'bold', color: '#FFFFFF' }}&gt;2&lt;/Text&gt;&#10;                    &lt;/Box&gt;&#10;                    &lt;Box style={{ flex: 1 }}&gt;&#10;                        &lt;Text style={{ fontSize: 20, fontWeight: 'bold', color: '#1E293B' }}&gt;缺少依据时仍会编造&lt;/Text&gt;&#10;                        &lt;Text style={{ fontSize: 18, color: '#475569', lineHeight: 1.5 }}&gt;&#10;                            没有约束时，模型照样给出通顺但不真实的答案，而且你分不出哪句是编的。&#10;                        &lt;/Text&gt;&#10;                    &lt;/Box&gt;&#10;                &lt;/Box&gt;&#10;            &lt;/Box&gt;&#10;&#10;            &lt;Box style={{ background: '#FFFFFF', border: '1px solid #E5E7EB', borderRadius: '8px', padding: '18px' }}&gt;&#10;                &lt;Text style={{ fontSize: 18, color: '#1E293B', lineHeight: 1.5 }}&gt;&#10;                    短板不在“能力”，而在没有给它你的资料、也没有要求它必须引用。&#10;                &lt;/Text&gt;&#10;            &lt;/Box&gt;&#10;        &lt;/Box&gt;&#10;&#10;        &lt;Box style={{&#10;            flex: 0.8,&#10;            background: '#2563EB',&#10;            borderRadius: '12px',&#10;            padding: '32px',&#10;            justifyContent: 'space-between',&#10;        }}&gt;&#10;            &lt;Box&gt;&#10;                &lt;Text style={{ fontSize: 26, fontWeight: 'bold', color: '#FFFFFF' }}&gt;RAG 的解法&lt;/Text&gt;&#10;                &lt;Box style={{ height: '24px' }} /&gt;&#10;                &lt;Text style={{ fontSize: 20, fontWeight: 'bold', color: '#FFFFFF' }}&gt;先检索&lt;/Text&gt;&#10;                &lt;Text style={{ fontSize: 18, color: '#DBEAFE', lineHeight: 1.5 }}&gt;&#10;                    把问题也变成向量，在文档里找出最相关的 4 段原文。&#10;                &lt;/Text&gt;&#10;                &lt;Box style={{ height: '20px' }} /&gt;&#10;                &lt;Text style={{ fontSize: 20, fontWeight: 'bold', color: '#FFFFFF' }}&gt;再生成&lt;/Text&gt;&#10;                &lt;Text style={{ fontSize: 18, color: '#DBEAFE', lineHeight: 1.5 }}&gt;&#10;                    把这几段原文拼进提示词，要求模型只依据它们回答。&#10;                &lt;/Text&gt;&#10;                &lt;Box style={{ height: '20px' }} /&gt;&#10;                &lt;Text style={{ fontSize: 20, fontWeight: 'bold', color: '#FFFFFF' }}&gt;可核对&lt;/Text&gt;&#10;                &lt;Text style={{ fontSize: 18, color: '#DBEAFE', lineHeight: 1.5 }}&gt;&#10;                    回答下方给出命中片段、页码与相似度，逐条比对。&#10;                &lt;/Text&gt;&#10;            &lt;/Box&gt;&#10;&#10;            &lt;Box style={{ background: 'rgba(255,255,255,0.16)', borderRadius: '8px', padding: '18px' }}&gt;&#10;                &lt;Text style={{ fontSize: 18, color: '#FFFFFF', lineHeight: 1.5 }}&gt;&#10;                    查不到就明说“资料里没有”——先不许编。&#10;                &lt;/Text&gt;&#10;            &lt;/Box&gt;&#10;        &lt;/Box&gt;&#10;    &lt;/Box&gt;&#10;&#10;    &lt;Box style={{ flexDirection: 'row', justifyContent: 'space-between', marginTop: '12px' }}&gt;&#10;        &lt;Text style={{ fontSize: 14, color: '#94A3B8' }}&gt;基于 RAG 的 PDF 智能问答系统&lt;/Text&gt;&#10;        &lt;Text style={{ fontSize: 14, color: '#94A3B8' }}&gt;0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大模型为什么需要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RAG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571500" y="123825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571500" y="1514475"/>
            <a:ext cx="6553200" cy="502920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76300" y="1819275"/>
            <a:ext cx="5943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只靠大模型：两个短板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876300" y="23907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71550" y="24384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333500" y="2390775"/>
            <a:ext cx="548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不知道你的私有文档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333500" y="2619375"/>
            <a:ext cx="5486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模型的知识来自训练语料，你的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PDF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、讲义、实验报告它从未见过，问了只能靠猜。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876300" y="35052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71550" y="35528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333500" y="3505200"/>
            <a:ext cx="548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缺少依据时仍会编造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333500" y="3733800"/>
            <a:ext cx="5486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没有约束时，模型照样给出通顺但不真实的答案，而且你分不出哪句是编的。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76300" y="5581650"/>
            <a:ext cx="59436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47750" y="5753100"/>
            <a:ext cx="5600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短板不在“能力”，而在没有给它你的资料、也没有要求它必须引用。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429500" y="1514475"/>
            <a:ext cx="4191000" cy="5029200"/>
          </a:xfrm>
          <a:prstGeom prst="roundRect">
            <a:avLst>
              <a:gd name="adj" fmla="val 272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734300" y="1819275"/>
            <a:ext cx="3581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RAG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的解法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734300" y="235267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先检索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734300" y="2581275"/>
            <a:ext cx="3581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把问题也变成向量，在文档里找出最相关的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段原文。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734300" y="3390900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再生成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734300" y="3619500"/>
            <a:ext cx="3581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把这几段原文拼进提示词，要求模型只依据它们回答。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734300" y="442912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可核对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734300" y="4657725"/>
            <a:ext cx="3581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回答下方给出命中片段、页码与相似度，逐条比对。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7734300" y="5276850"/>
            <a:ext cx="3581400" cy="962025"/>
          </a:xfrm>
          <a:prstGeom prst="roundRect">
            <a:avLst>
              <a:gd name="adj" fmla="val 7921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905750" y="5448300"/>
            <a:ext cx="3238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查不到就明说“资料里没有”——先不许编。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6657975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基于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智能问答系统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458575" y="66579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8" name="" descr="&lt;Slide&#10;    notes={`我这套系统一共只有四个 Python 文件，数据流向是单向的：PDF 先被 loader 读出来切成段，再交给 vectorstore 变成向量存进 Chroma；提问的时候先在库里检索，最后才轮到 qa 去调 DeepSeek。&#10;&#10;为什么要强调单向？因为每一层的输出格式都是固定的字典，所以我换掉其中任何一层，另外三个文件都不用动——比如把 DeepSeek 换成本地模型，只改 qa.py 一个文件就够了。&#10;&#10;配图：占位框建议放这张截图——docs/screenshots/architecture.png，即系统架构与数据流图（可直接导出《代码讲解文档》5.3 节的流程图，或自己画一张五步流向图贴进来）。`}&#10;    style={{&#10;    width: '1280px',&#10;    height: '720px',&#10;    padding: '60px',&#10;    background: '#FFFFFF',&#10;    fontFamily: 'Microsoft YaHei, Arial',&#10;    flexDirection: 'column',&#10;}}&gt;&#10;    &lt;Text style={{ fontSize: 36, fontWeight: 'bold', color: '#1E293B', lineHeight: 1.2 }}&gt;&#10;        系统架构与数据流&#10;    &lt;/Text&gt;&#10;    &lt;Box style={{ height: '1px', background: '#E5E7EB', marginTop: '18px' }} /&gt;&#10;    &lt;Box style={{ height: '28px' }} /&gt;&#10;&#10;    &lt;Box style={{ flexDirection: 'row', alignItems: 'center', gap: '12px', height: '150px' }}&gt;&#10;        &lt;Box style={{ flex: 1, height: '100%', background: '#F8FAFC', border: '1px solid #E5E7EB', borderRadius: '12px', padding: '16px' }}&gt;&#10;            &lt;Box style={{ width: '26px', height: '26px', background: '#2563EB', borderRadius: '6px', alignItems: 'center', justifyContent: 'center' }}&gt;&#10;                &lt;Text style={{ fontSize: 16, fontWeight: 'bold', color: '#FFFFFF' }}&gt;1&lt;/Text&gt;&#10;            &lt;/Box&gt;&#10;            &lt;Box style={{ height: '8px' }} /&gt;&#10;            &lt;Text style={{ fontSize: 20, fontWeight: 'bold', color: '#1E293B' }}&gt;上传 PDF&lt;/Text&gt;&#10;            &lt;Text style={{ fontSize: 18, color: '#475569', lineHeight: 1.4 }}&gt;loader 读取文本&lt;/Text&gt;&#10;        &lt;/Box&gt;&#10;&#10;        &lt;Text style={{ fontSize: 22, color: '#06B6D4' }}&gt;→&lt;/Text&gt;&#10;&#10;        &lt;Box style={{ flex: 1, height: '100%', background: '#F8FAFC', border: '1px solid #E5E7EB', borderRadius: '12px', padding: '16px' }}&gt;&#10;            &lt;Box style={{ width: '26px', height: '26px', background: '#2563EB', borderRadius: '6px', alignItems: 'center', justifyContent: 'center' }}&gt;&#10;                &lt;Text style={{ fontSize: 16, fontWeight: 'bold', color: '#FFFFFF' }}&gt;2&lt;/Text&gt;&#10;            &lt;/Box&gt;&#10;            &lt;Box style={{ height: '8px' }} /&gt;&#10;            &lt;Text style={{ fontSize: 20, fontWeight: 'bold', color: '#1E293B' }}&gt;切分文本&lt;/Text&gt;&#10;            &lt;Text style={{ fontSize: 18, color: '#475569', lineHeight: 1.4 }}&gt;500 字一段，重叠 50 字&lt;/Text&gt;&#10;        &lt;/Box&gt;&#10;&#10;        &lt;Text style={{ fontSize: 22, color: '#06B6D4' }}&gt;→&lt;/Text&gt;&#10;&#10;        &lt;Box style={{ flex: 1, height: '100%', background: '#F8FAFC', border: '1px solid #E5E7EB', borderRadius: '12px', padding: '16px' }}&gt;&#10;            &lt;Box style={{ width: '26px', height: '26px', background: '#2563EB', borderRadius: '6px', alignItems: 'center', justifyContent: 'center' }}&gt;&#10;                &lt;Text style={{ fontSize: 16, fontWeight: 'bold', color: '#FFFFFF' }}&gt;3&lt;/Text&gt;&#10;            &lt;/Box&gt;&#10;            &lt;Box style={{ height: '8px' }} /&gt;&#10;            &lt;Text style={{ fontSize: 20, fontWeight: 'bold', color: '#1E293B' }}&gt;向量化&lt;/Text&gt;&#10;            &lt;Text style={{ fontSize: 18, color: '#475569', lineHeight: 1.4 }}&gt;BGE 中文模型编码入库&lt;/Text&gt;&#10;        &lt;/Box&gt;&#10;&#10;        &lt;Text style={{ fontSize: 22, color: '#06B6D4' }}&gt;→&lt;/Text&gt;&#10;&#10;        &lt;Box style={{ flex: 1, height: '100%', background: '#F8FAFC', border: '1px solid #E5E7EB', borderRadius: '12px', padding: '16px' }}&gt;&#10;            &lt;Box style={{ width: '26px', height: '26px', background: '#2563EB', borderRadius: '6px', alignItems: 'center', justifyContent: 'center' }}&gt;&#10;                &lt;Text style={{ fontSize: 16, fontWeight: 'bold', color: '#FFFFFF' }}&gt;4&lt;/Text&gt;&#10;            &lt;/Box&gt;&#10;            &lt;Box style={{ height: '8px' }} /&gt;&#10;            &lt;Text style={{ fontSize: 20, fontWeight: 'bold', color: '#1E293B' }}&gt;相似检索&lt;/Text&gt;&#10;            &lt;Text style={{ fontSize: 18, color: '#475569', lineHeight: 1.4 }}&gt;取 Top-4，带相似度&lt;/Text&gt;&#10;        &lt;/Box&gt;&#10;&#10;        &lt;Text style={{ fontSize: 22, color: '#06B6D4' }}&gt;→&lt;/Text&gt;&#10;&#10;        &lt;Box style={{ flex: 1, height: '100%', background: '#EFF6FF', border: '1px solid #2563EB', borderRadius: '12px', padding: '16px' }}&gt;&#10;            &lt;Box style={{ width: '26px', height: '26px', background: '#2563EB', borderRadius: '6px', alignItems: 'center', justifyContent: 'center' }}&gt;&#10;                &lt;Text style={{ fontSize: 16, fontWeight: 'bold', color: '#FFFFFF' }}&gt;5&lt;/Text&gt;&#10;            &lt;/Box&gt;&#10;            &lt;Box style={{ height: '8px' }} /&gt;&#10;            &lt;Text style={{ fontSize: 20, fontWeight: 'bold', color: '#1E293B' }}&gt;生成回答&lt;/Text&gt;&#10;            &lt;Text style={{ fontSize: 18, color: '#475569', lineHeight: 1.4 }}&gt;DeepSeek 流式输出&lt;/Text&gt;&#10;        &lt;/Box&gt;&#10;    &lt;/Box&gt;&#10;&#10;    &lt;Box style={{ height: '24px' }} /&gt;&#10;&#10;    &lt;Box style={{&#10;        height: '210px',&#10;        border: '2px dashed #94A3B8',&#10;        borderRadius: '12px',&#10;        background: '#F8FAFC',&#10;        alignItems: 'center',&#10;        justifyContent: 'center',&#10;    }}&gt;&#10;        &lt;Text style={{ fontSize: 22, fontWeight: 'bold', color: '#64748B' }}&gt;【图片占位】系统架构与数据流图&lt;/Text&gt;&#10;        &lt;Box style={{ height: '12px' }} /&gt;&#10;        &lt;Text style={{ fontSize: 16, color: '#94A3B8' }}&gt;建议放：docs/screenshots/architecture.png（五步流向图或代码讲解文档 5.3 节流程图）&lt;/Text&gt;&#10;    &lt;/Box&gt;&#10;&#10;    &lt;Box style={{ height: '20px' }} /&gt;&#10;&#10;    &lt;Box style={{ background: '#EFF6FF', borderRadius: '8px', padding: '16px' }}&gt;&#10;        &lt;Text style={{ fontSize: 18, color: '#1E293B', lineHeight: 1.5 }}&gt;&#10;            四个文件各管一件事：解析 / 向量库 / 大模型 / 界面 —— 换模型只需要改 qa.py。&#10;        &lt;/Text&gt;&#10;    &lt;/Box&gt;&#10;&#10;    &lt;Box style={{ flexDirection: 'row', justifyContent: 'space-between', marginTop: '12px' }}&gt;&#10;        &lt;Text style={{ fontSize: 14, color: '#94A3B8' }}&gt;基于 RAG 的 PDF 智能问答系统&lt;/Text&gt;&#10;        &lt;Text style={{ fontSize: 14, color: '#94A3B8' }}&gt;0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系统架构与数据流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71500" y="123825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571500" y="1514475"/>
            <a:ext cx="1857375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723900" y="16668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00100" y="1695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23900" y="1990725"/>
            <a:ext cx="1552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上传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PDF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23900" y="2219325"/>
            <a:ext cx="15525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loader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读取文本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543175" y="2105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2867025" y="1514475"/>
            <a:ext cx="1857375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3019425" y="16668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095625" y="1695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019425" y="1990725"/>
            <a:ext cx="1552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切分文本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019425" y="2219325"/>
            <a:ext cx="15525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500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字一段，重叠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字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838700" y="2105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162550" y="1514475"/>
            <a:ext cx="18669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5314950" y="16668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391150" y="1695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314950" y="1990725"/>
            <a:ext cx="156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向量化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314950" y="2219325"/>
            <a:ext cx="15621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BGE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中文模型编码入库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143750" y="2105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467600" y="1514475"/>
            <a:ext cx="1857375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7620000" y="16668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696200" y="1695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620000" y="1990725"/>
            <a:ext cx="1552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相似检索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620000" y="2219325"/>
            <a:ext cx="15525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取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Top-4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，带相似度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439275" y="2105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9763125" y="1514475"/>
            <a:ext cx="1857375" cy="142875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9915525" y="16668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991725" y="1695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915525" y="1990725"/>
            <a:ext cx="1552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生成回答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915525" y="2219325"/>
            <a:ext cx="15525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DeepSeek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流式输出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71500" y="3171825"/>
            <a:ext cx="110490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2540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524375" y="38957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【图片占位】系统架构与数据流图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009900" y="4267200"/>
            <a:ext cx="618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建议放：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docs/screenshots/architecture.png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（五步流向图或代码讲解文档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5.3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节流程图）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71500" y="5362575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23900" y="551497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四个文件各管一件事：解析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向量库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大模型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界面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换模型只需要改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qa.py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71500" y="60960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基于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智能问答系统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458575" y="609600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78" name="" descr="&lt;Slide&#10;    notes={`这一页的功能我不是堆出来的，每一条都对应一个具体的技术选择。流式输出用的是生成器和 st.write_stream，模型吐一个字我就显示一个字。&#10;&#10;引用溯源是这套系统最值钱的部分：回答下面折叠着命中的原文片段、页码和相似度百分比，老师同学可以逐条核对，而不是只看模型&quot;说得像不像&quot;。&#10;&#10;会话管理没用数据库，就是本地几个 JSON 文件；多文档上传之后会自动生成摘要和三个推荐问题，点一下就能直接提问。&#10;&#10;配图：右侧占位框建议放这张截图——docs/screenshots/chat_stream.png，即聊天界面截图（要能同时看到流式回答和下方&quot;命中原文片段与相似度&quot;折叠区；也可再补一张 docs/screenshots/sources.png）。`}&#10;    style={{&#10;    width: '1280px',&#10;    height: '720px',&#10;    padding: '60px',&#10;    background: '#FFFFFF',&#10;    fontFamily: 'Microsoft YaHei, Arial',&#10;    flexDirection: 'column',&#10;}}&gt;&#10;    &lt;Text style={{ fontSize: 36, fontWeight: 'bold', color: '#1E293B', lineHeight: 1.2 }}&gt;&#10;        核心功能展示&#10;    &lt;/Text&gt;&#10;    &lt;Box style={{ height: '1px', background: '#E5E7EB', marginTop: '18px' }} /&gt;&#10;    &lt;Box style={{ height: '28px' }} /&gt;&#10;&#10;    &lt;Box style={{ flexDirection: 'row', flex: 1, gap: '32px' }}&gt;&#10;        &lt;Box style={{ flex: 1.05 }}&gt;&#10;            &lt;Box style={{ flexDirection: 'row', gap: '20px', paddingBottom: '18px', borderBottom: '1px solid #E5E7EB' }}&gt;&#10;                &lt;Box style={{ width: '180px' }}&gt;&#10;                    &lt;Text style={{ fontSize: 22, fontWeight: 'bold', color: '#2563EB' }}&gt;流式输出&lt;/Text&gt;&#10;                &lt;/Box&gt;&#10;                &lt;Box style={{ flex: 1 }}&gt;&#10;                    &lt;Text style={{ fontSize: 18, color: '#475569', lineHeight: 1.5 }}&gt;&#10;                        模型吐一个字就显示一个字，不用对着白屏等好几秒。&#10;                    &lt;/Text&gt;&#10;                &lt;/Box&gt;&#10;            &lt;/Box&gt;&#10;&#10;            &lt;Box style={{ flexDirection: 'row', gap: '20px', paddingTop: '18px', paddingBottom: '18px', borderBottom: '1px solid #E5E7EB' }}&gt;&#10;                &lt;Box style={{ width: '180px' }}&gt;&#10;                    &lt;Text style={{ fontSize: 22, fontWeight: 'bold', color: '#2563EB' }}&gt;引用溯源&lt;/Text&gt;&#10;                &lt;/Box&gt;&#10;                &lt;Box style={{ flex: 1 }}&gt;&#10;                    &lt;Text style={{ fontSize: 18, color: '#475569', lineHeight: 1.5 }}&gt;&#10;                        回答下方折叠展示命中原文、页码与相似度百分比，可逐条核对。&#10;                    &lt;/Text&gt;&#10;                &lt;/Box&gt;&#10;            &lt;/Box&gt;&#10;&#10;            &lt;Box style={{ flexDirection: 'row', gap: '20px', paddingTop: '18px', paddingBottom: '18px', borderBottom: '1px solid #E5E7EB' }}&gt;&#10;                &lt;Box style={{ width: '180px' }}&gt;&#10;                    &lt;Text style={{ fontSize: 22, fontWeight: 'bold', color: '#2563EB' }}&gt;会话管理&lt;/Text&gt;&#10;                &lt;/Box&gt;&#10;                &lt;Box style={{ flex: 1 }}&gt;&#10;                    &lt;Text style={{ fontSize: 18, color: '#475569', lineHeight: 1.5 }}&gt;&#10;                        新建 / 加载 / 删除历史会话，每轮问答自动存成本地 JSON。&#10;                    &lt;/Text&gt;&#10;                &lt;/Box&gt;&#10;            &lt;/Box&gt;&#10;&#10;            &lt;Box style={{ flexDirection: 'row', gap: '20px', paddingTop: '18px', paddingBottom: '18px' }}&gt;&#10;                &lt;Box style={{ width: '180px' }}&gt;&#10;                    &lt;Text style={{ fontSize: 22, fontWeight: 'bold', color: '#2563EB' }}&gt;多文档&lt;/Text&gt;&#10;                &lt;/Box&gt;&#10;                &lt;Box style={{ flex: 1 }}&gt;&#10;                    &lt;Text style={{ fontSize: 18, color: '#475569', lineHeight: 1.5 }}&gt;&#10;                        一次上传多个 PDF，入库后自动生成摘要与 3 个推荐问题。&#10;                    &lt;/Text&gt;&#10;                &lt;/Box&gt;&#10;            &lt;/Box&gt;&#10;        &lt;/Box&gt;&#10;&#10;        &lt;Box style={{&#10;            flex: 0.95,&#10;            border: '2px dashed #94A3B8',&#10;            borderRadius: '12px',&#10;            background: '#F8FAFC',&#10;            alignItems: 'center',&#10;            justifyContent: 'center',&#10;            padding: '24px',&#10;        }}&gt;&#10;            &lt;Text style={{ fontSize: 22, fontWeight: 'bold', color: '#64748B', textAlign: 'center' }}&gt;【图片占位】聊天界面截图&lt;/Text&gt;&#10;            &lt;Box style={{ height: '16px' }} /&gt;&#10;            &lt;Text style={{ fontSize: 16, color: '#94A3B8', textAlign: 'center', lineHeight: 1.5 }}&gt;&#10;                建议放：docs/screenshots/chat_stream.png&lt;br /&gt;需同时看到流式回答与下方“命中原文片段与相似度”折叠区&#10;            &lt;/Text&gt;&#10;        &lt;/Box&gt;&#10;    &lt;/Box&gt;&#10;&#10;    &lt;Box style={{ flexDirection: 'row', justifyContent: 'space-between', marginTop: '12px' }}&gt;&#10;        &lt;Text style={{ fontSize: 14, color: '#94A3B8' }}&gt;基于 RAG 的 PDF 智能问答系统&lt;/Text&gt;&#10;        &lt;Text style={{ fontSize: 14, color: '#94A3B8' }}&gt;0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核心功能展示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123825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571500" y="1514475"/>
            <a:ext cx="5638800" cy="809625"/>
          </a:xfrm>
          <a:custGeom>
            <a:pathLst>
              <a:path w="592" h="85">
                <a:moveTo>
                  <a:pt x="0" y="84"/>
                </a:moveTo>
                <a:lnTo>
                  <a:pt x="592" y="84"/>
                </a:lnTo>
                <a:lnTo>
                  <a:pt x="592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71500" y="151447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流式输出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2476500" y="1514475"/>
            <a:ext cx="3733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模型吐一个字就显示一个字，不用对着白屏等好几秒。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71500" y="2314575"/>
            <a:ext cx="5638800" cy="981075"/>
          </a:xfrm>
          <a:custGeom>
            <a:pathLst>
              <a:path w="592" h="103">
                <a:moveTo>
                  <a:pt x="0" y="102"/>
                </a:moveTo>
                <a:lnTo>
                  <a:pt x="592" y="102"/>
                </a:lnTo>
                <a:lnTo>
                  <a:pt x="592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24860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引用溯源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2476500" y="2486025"/>
            <a:ext cx="3733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回答下方折叠展示命中原文、页码与相似度百分比，可逐条核对。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71500" y="3286125"/>
            <a:ext cx="5638800" cy="981075"/>
          </a:xfrm>
          <a:custGeom>
            <a:pathLst>
              <a:path w="592" h="103">
                <a:moveTo>
                  <a:pt x="0" y="102"/>
                </a:moveTo>
                <a:lnTo>
                  <a:pt x="592" y="102"/>
                </a:lnTo>
                <a:lnTo>
                  <a:pt x="592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71500" y="345757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会话管理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476500" y="3457575"/>
            <a:ext cx="3733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新建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加载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删除历史会话，每轮问答自动存成本地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71500" y="44291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多文档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2476500" y="4429125"/>
            <a:ext cx="3733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一次上传多个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PDF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，入库后自动生成摘要与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个推荐问题。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515100" y="1514475"/>
            <a:ext cx="5105400" cy="4495800"/>
          </a:xfrm>
          <a:prstGeom prst="roundRect">
            <a:avLst>
              <a:gd name="adj" fmla="val 2542"/>
            </a:avLst>
          </a:prstGeom>
          <a:solidFill>
            <a:srgbClr val="F8FAFC"/>
          </a:solidFill>
          <a:ln w="2540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0" y="3286125"/>
            <a:ext cx="25146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【图片占位】聊天界面截图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010400" y="3695700"/>
            <a:ext cx="4114800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建议放：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docs/screenshots/chat_stream.png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需同时看到流式回答与下方“命中原文片段与相似度”折叠区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基于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智能问答系统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458575" y="61245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98" name="" descr="&lt;Slide style={{&#10;    width: '1280px',&#10;    height: '720px',&#10;    padding: '60px',&#10;    background: '#FFFFFF',&#10;    fontFamily: 'Microsoft YaHei, Arial',&#10;    flexDirection: 'column',&#10;}}&gt;&#10;    &lt;Text style={{ fontSize: 36, fontWeight: 'bold', color: '#1E293B', lineHeight: 1.2 }}&gt;&#10;        技术难点与解决方案&#10;    &lt;/Text&gt;&#10;    &lt;Box style={{ height: '1px', background: '#E5E7EB', marginTop: '18px' }} /&gt;&#10;    &lt;Box style={{ height: '28px' }} /&gt;&#10;&#10;    &lt;Box style={{&#10;        flex: 1,&#10;        background: '#F8FAFC',&#10;        border: '1px solid #E5E7EB',&#10;        borderRadius: '12px',&#10;        padding: '28px',&#10;        justifyContent: 'space-between',&#10;    }}&gt;&#10;        &lt;Box style={{ flex: 1, flexDirection: 'row', alignItems: 'center', gap: '20px', borderBottom: '1px solid #E5E7EB' }}&gt;&#10;            &lt;Box style={{ width: '320px' }}&gt;&#10;                &lt;Text style={{ fontSize: 20, fontWeight: 'bold', color: '#1E293B' }}&gt;切分：500 字硬切会切断语义&lt;/Text&gt;&#10;            &lt;/Box&gt;&#10;            &lt;Box style={{ flex: 1 }}&gt;&#10;                &lt;Text style={{ fontSize: 18, color: '#475569', lineHeight: 1.5 }}&gt;&#10;                    先按句末标点切句，再累积到 500 字成段，段间保留约 50 字句子级重叠；超长单句用滑动窗口硬切兜底。&#10;                &lt;/Text&gt;&#10;            &lt;/Box&gt;&#10;        &lt;/Box&gt;&#10;&#10;        &lt;Box style={{ flex: 1, flexDirection: 'row', alignItems: 'center', gap: '20px', borderBottom: '1px solid #E5E7EB' }}&gt;&#10;            &lt;Box style={{ width: '320px' }}&gt;&#10;                &lt;Text style={{ fontSize: 20, fontWeight: 'bold', color: '#1E293B' }}&gt;摘要：模型不一定返回合法 JSON&lt;/Text&gt;&#10;            &lt;/Box&gt;&#10;            &lt;Box style={{ flex: 1 }}&gt;&#10;                &lt;Text style={{ fontSize: 18, color: '#475569', lineHeight: 1.5 }}&gt;&#10;                    要求输出严格 JSON 并去掉代码块围栏；解析失败就降级为“原文当摘要、问题留空”，不让流程中断。&#10;                &lt;/Text&gt;&#10;            &lt;/Box&gt;&#10;        &lt;/Box&gt;&#10;&#10;        &lt;Box style={{ flex: 1, flexDirection: 'row', alignItems: 'center', gap: '20px', borderBottom: '1px solid #E5E7EB' }}&gt;&#10;            &lt;Box style={{ width: '320px' }}&gt;&#10;                &lt;Text style={{ fontSize: 20, fontWeight: 'bold', color: '#1E293B' }}&gt;密钥：Key 不能写进代码&lt;/Text&gt;&#10;            &lt;/Box&gt;&#10;            &lt;Box style={{ flex: 1 }}&gt;&#10;                &lt;Text style={{ fontSize: 18, color: '#475569', lineHeight: 1.5 }}&gt;&#10;                    用 python-dotenv 从 .env 读取并写进 .gitignore；系统环境变量优先级更高，Key 缺失时给中文提示而不是崩溃。&#10;                &lt;/Text&gt;&#10;            &lt;/Box&gt;&#10;        &lt;/Box&gt;&#10;&#10;        &lt;Box style={{ flex: 1, flexDirection: 'row', alignItems: 'center', gap: '20px' }}&gt;&#10;            &lt;Box style={{ width: '320px' }}&gt;&#10;                &lt;Text style={{ fontSize: 20, fontWeight: 'bold', color: '#1E293B' }}&gt;部署：云端容器重启会丢数据&lt;/Text&gt;&#10;            &lt;/Box&gt;&#10;            &lt;Box style={{ flex: 1 }}&gt;&#10;                &lt;Text style={{ fontSize: 18, color: '#475569', lineHeight: 1.5 }}&gt;&#10;                    Key 走 Streamlit Secrets 注入；同时明确标注向量库与会话是临时存储，重启后需要重新上传文档。&#10;                &lt;/Text&gt;&#10;            &lt;/Box&gt;&#10;        &lt;/Box&gt;&#10;    &lt;/Box&gt;&#10;&#10;    &lt;Box style={{ flexDirection: 'row', justifyContent: 'space-between', marginTop: '12px' }}&gt;&#10;        &lt;Text style={{ fontSize: 14, color: '#94A3B8' }}&gt;基于 RAG 的 PDF 智能问答系统&lt;/Text&gt;&#10;        &lt;Text style={{ fontSize: 14, color: '#94A3B8' }}&gt;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技术难点与解决方案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71500" y="123825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571500" y="1514475"/>
            <a:ext cx="11049000" cy="4495800"/>
          </a:xfrm>
          <a:prstGeom prst="roundRect">
            <a:avLst>
              <a:gd name="adj" fmla="val 254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838200" y="1781175"/>
            <a:ext cx="10515600" cy="1000125"/>
          </a:xfrm>
          <a:custGeom>
            <a:pathLst>
              <a:path w="1104" h="105">
                <a:moveTo>
                  <a:pt x="0" y="104"/>
                </a:moveTo>
                <a:lnTo>
                  <a:pt x="1104" y="104"/>
                </a:lnTo>
                <a:lnTo>
                  <a:pt x="1104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38200" y="2162175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切分：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500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字硬切会切断语义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076700" y="1962150"/>
            <a:ext cx="7277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先按句末标点切句，再累积到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字成段，段间保留约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字句子级重叠；超长单句用滑动窗口硬切兜底。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838200" y="2771775"/>
            <a:ext cx="10515600" cy="1009650"/>
          </a:xfrm>
          <a:custGeom>
            <a:pathLst>
              <a:path w="1104" h="106">
                <a:moveTo>
                  <a:pt x="0" y="105"/>
                </a:moveTo>
                <a:lnTo>
                  <a:pt x="1104" y="105"/>
                </a:lnTo>
                <a:lnTo>
                  <a:pt x="1104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38200" y="3152775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摘要：模型不一定返回合法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JSON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076700" y="2962275"/>
            <a:ext cx="7277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要求输出严格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并去掉代码块围栏；解析失败就降级为“原文当摘要、问题留空”，不让流程中断。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38200" y="3771900"/>
            <a:ext cx="10515600" cy="1000125"/>
          </a:xfrm>
          <a:custGeom>
            <a:pathLst>
              <a:path w="1104" h="105">
                <a:moveTo>
                  <a:pt x="0" y="104"/>
                </a:moveTo>
                <a:lnTo>
                  <a:pt x="1104" y="104"/>
                </a:lnTo>
                <a:lnTo>
                  <a:pt x="1104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415290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密钥：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Key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不能写进代码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076700" y="3952875"/>
            <a:ext cx="7277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python-dotenv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从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.env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读取并写进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.gitignore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；系统环境变量优先级更高，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Key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缺失时给中文提示而不是崩溃。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38200" y="514350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部署：云端容器重启会丢数据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076700" y="4943475"/>
            <a:ext cx="7277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Key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走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Streamlit Secrets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注入；同时明确标注向量库与会话是临时存储，重启后需要重新上传文档。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基于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智能问答系统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458575" y="61245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 style={{&#13;&#10;    width: '1280px',&#13;&#10;    height: '720px',&#13;&#10;    padding: '60px',&#13;&#10;    background: '#FFFFFF',&#13;&#10;    fontFamily: 'Microsoft YaHei, Arial',&#13;&#10;    flexDirection: 'column',&#13;&#10;}}&gt;&#13;&#10;    &lt;Text style={{ fontSize: 36, fontWeight: 'bold', color: '#1E293B', lineHeight: 1.2 }}&gt;&#13;&#10;        收获与后续计划&#13;&#10;    &lt;/Text&gt;&#13;&#10;    &lt;Box style={{ height: '1px', background: '#E5E7EB', marginTop: '18px' }} /&gt;&#13;&#10;    &lt;Box style={{ height: '28px' }} /&gt;&#13;&#10;&#13;&#10;    &lt;Box style={{ flexDirection: 'row', gap: '32px', height: '400px' }}&gt;&#13;&#10;        &lt;Box style={{&#13;&#10;            flex: 0.8,&#13;&#10;            background: '#F8FAFC',&#13;&#10;            border: '1px solid #E5E7EB',&#13;&#10;            borderRadius: '12px',&#13;&#10;            padding: '24px',&#13;&#10;            justifyContent: 'space-between',&#13;&#10;        }}&gt;&#13;&#10;            &lt;Box&gt;&#13;&#10;                &lt;Text style={{ fontSize: 24, fontWeight: 'bold', color: '#1E293B' }}&gt;收获&lt;/Text&gt;&#13;&#10;                &lt;Box style={{ height: '14px' }} /&gt;&#13;&#10;                &lt;Text style={{ fontSize: 20, fontWeight: 'bold', color: '#2563EB' }}&gt;打通完整链路&lt;/Text&gt;&#13;&#10;                &lt;Text style={{ fontSize: 18, color: '#475569', lineHeight: 1.5 }}&gt;&#13;&#10;                    切分 → 向量 → 检索 → 生成，每一步都能单独跑、单独验证。&#13;&#10;                &lt;/Text&gt;&#13;&#10;                &lt;Box style={{ height: '14px' }} /&gt;&#13;&#10;                &lt;Text style={{ fontSize: 20, fontWeight: 'bold', color: '#2563EB' }}&gt;学会用 mock 做测试&lt;/Text&gt;&#13;&#10;                &lt;Text style={{ fontSize: 18, color: '#475569', lineHeight: 1.5 }}&gt;&#13;&#10;                    28 个用例全部用假数据，改切分逻辑能自动回归，不烧 Token。&#13;&#10;                &lt;/Text&gt;&#13;&#10;                &lt;Box style={{ height: '14px' }} /&gt;&#13;&#10;                &lt;Text style={{ fontSize: 20, fontWeight: 'bold', color: '#2563EB' }}&gt;养成工程习惯&lt;/Text&gt;&#13;&#10;                &lt;Text style={{ fontSize: 18, color: '#475569', lineHeight: 1.5 }}&gt;&#13;&#10;                    配置外置、错误给中文提示、一个文件只干一件事。&#13;&#10;                &lt;/Text&gt;&#13;&#10;            &lt;/Box&gt;&#13;&#10;        &lt;/Box&gt;&#13;&#10;&#13;&#10;        &lt;Box style={{&#13;&#10;            flex: 1.2,&#13;&#10;            background: '#EFF6FF',&#13;&#10;            border: '1px solid #2563EB',&#13;&#10;            borderRadius: '12px',&#13;&#10;            padding: '24px',&#13;&#10;            justifyContent: 'space-between',&#13;&#10;        }}&gt;&#13;&#10;            &lt;Box&gt;&#13;&#10;                &lt;Text style={{ fontSize: 24, fontWeight: 'bold', color: '#1E293B' }}&gt;后续计划&lt;/Text&gt;&#13;&#10;                &lt;Box style={{ height: '14px' }} /&gt;&#13;&#10;                &lt;Text style={{ fontSize: 20, fontWeight: 'bold', color: '#2563EB' }}&gt;OCR 支持扫描件&lt;/Text&gt;&#13;&#10;                &lt;Text style={{ fontSize: 18, color: '#475569', lineHeight: 1.5 }}&gt;&#13;&#10;                    PyPDF2 读不出图片型 PDF，接入 PaddleOCR 后先识别再入库，实验讲义类扫描件也能问答。&#13;&#10;                &lt;/Text&gt;&#13;&#10;                &lt;Box style={{ height: '14px' }} /&gt;&#13;&#10;                &lt;Text style={{ fontSize: 20, fontWeight: 'bold', color: '#2563EB' }}&gt;切换本地模型&lt;/Text&gt;&#13;&#10;                &lt;Text style={{ fontSize: 18, color: '#475569', lineHeight: 1.5 }}&gt;&#13;&#10;                    用 Ollama 跑 Qwen 等本地模型，离线可用、零调用成本；qa.py 只改一个常量即可切换。&#13;&#10;                &lt;/Text&gt;&#13;&#10;                &lt;Box style={{ height: '14px' }} /&gt;&#13;&#10;                &lt;Text style={{ fontSize: 20, fontWeight: 'bold', color: '#2563EB' }}&gt;检索质量优化&lt;/Text&gt;&#13;&#10;                &lt;Text style={{ fontSize: 18, color: '#475569', lineHeight: 1.5 }}&gt;&#13;&#10;                    加入 rerank 重排与可调 top_k，提升长文档、跨页内容的命中率。&#13;&#10;                &lt;/Text&gt;&#13;&#10;            &lt;/Box&gt;&#13;&#10;        &lt;/Box&gt;&#13;&#10;    &lt;/Box&gt;&#13;&#10;&#13;&#10;    &lt;Box style={{ height: '16px' }} /&gt;&#13;&#10;&#13;&#10;    &lt;Box style={{ background: '#2563EB', borderRadius: '8px', padding: '16px' }}&gt;&#13;&#10;        &lt;Text style={{ fontSize: 18, color: '#FFFFFF', lineHeight: 1.5 }}&gt;&#13;&#10;            先把一条链路完整跑通，再逐层替换组件 —— 这是这次项目最大的收获。&#13;&#10;        &lt;/Text&gt;&#13;&#10;    &lt;/Box&gt;&#13;&#10;&#13;&#10;    &lt;Box style={{ flexDirection: 'row', justifyContent: 'space-between', marginTop: '12px' }}&gt;&#13;&#10;        &lt;Text style={{ fontSize: 14, color: '#94A3B8' }}&gt;基于 RAG 的 PDF 智能问答系统&lt;/Text&gt;&#13;&#10;        &lt;Text style={{ fontSize: 14, color: '#94A3B8' }}&gt;0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收获与后续计划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571500" y="123825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571500" y="1514475"/>
            <a:ext cx="4295775" cy="381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00100" y="1743075"/>
            <a:ext cx="38385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收获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00100" y="2152650"/>
            <a:ext cx="3838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打通完整链路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00100" y="2381250"/>
            <a:ext cx="38385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切分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向量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检索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生成，每一步都能单独跑、单独验证。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00100" y="3133725"/>
            <a:ext cx="3838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学会用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mock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做测试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00100" y="3362325"/>
            <a:ext cx="38385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28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个用例全部用假数据，改切分逻辑能自动回归，不烧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Token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00100" y="4114800"/>
            <a:ext cx="3838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养成工程习惯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00100" y="4343400"/>
            <a:ext cx="38385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配置外置、错误给中文提示、一个文件只干一件事。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172075" y="1514475"/>
            <a:ext cx="6448425" cy="3810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400675" y="1743075"/>
            <a:ext cx="5991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后续计划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400675" y="2152650"/>
            <a:ext cx="5991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支持扫描件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400675" y="2381250"/>
            <a:ext cx="59912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PyPDF2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读不出图片型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PDF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，接入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PaddleOCR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后先识别再入库，实验讲义类扫描件也能问答。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400675" y="3133725"/>
            <a:ext cx="5991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切换本地模型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400675" y="3362325"/>
            <a:ext cx="59912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Ollama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跑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Qwen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等本地模型，离线可用、零调用成本；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qa.py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只改一个常量即可切换。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400675" y="4114800"/>
            <a:ext cx="5991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检索质量优化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400675" y="4343400"/>
            <a:ext cx="59912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加入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rerank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重排与可调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top_k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，提升长文档、跨页内容的命中率。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71500" y="5476875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23900" y="562927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先把一条链路完整跑通，再逐层替换组件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这是这次项目最大的收获。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71500" y="62103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基于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智能问答系统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458575" y="621030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2026-10-22T22:39:54Z</dcterms:created>
  <dcterms:modified xsi:type="dcterms:W3CDTF">2026-10-22T22:39:54Z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{"AIGC":{"Label":"1","ContentProducer":"00119111010856365494821B355","ProduceID":"01a1640524c579c99b076b9633503cdd","ReservedCode1":"","ContentPropagator":"00119111010856365494821B355","PropagateID":"01a1640524c579c99b076b9633503cdd","ReservedCode2":""}}</vt:lpwstr>
  </property>
</Properties>
</file>